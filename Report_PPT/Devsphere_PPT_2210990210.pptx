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70" r:id="rId7"/>
    <p:sldId id="269" r:id="rId8"/>
    <p:sldId id="271" r:id="rId9"/>
    <p:sldId id="272" r:id="rId10"/>
    <p:sldId id="273" r:id="rId11"/>
    <p:sldId id="275" r:id="rId12"/>
    <p:sldId id="274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F8DB620-2583-475D-9F87-055691DC1B89}" type="datetime1">
              <a:rPr lang="en-US" sz="1200" b="0" strike="noStrike" spc="-1" smtClean="0">
                <a:latin typeface="Times New Roman"/>
              </a:rPr>
              <a:t>4/27/2026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tailwindcss.com/docs" TargetMode="External"/><Relationship Id="rId3" Type="http://schemas.openxmlformats.org/officeDocument/2006/relationships/hyperlink" Target="https://vercel.com/docs" TargetMode="External"/><Relationship Id="rId7" Type="http://schemas.openxmlformats.org/officeDocument/2006/relationships/hyperlink" Target="https://www.prisma.io/docs" TargetMode="External"/><Relationship Id="rId2" Type="http://schemas.openxmlformats.org/officeDocument/2006/relationships/hyperlink" Target="https://docs.github.com/en/res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uthjs.dev/" TargetMode="External"/><Relationship Id="rId5" Type="http://schemas.openxmlformats.org/officeDocument/2006/relationships/hyperlink" Target="https://react.dev/" TargetMode="External"/><Relationship Id="rId4" Type="http://schemas.openxmlformats.org/officeDocument/2006/relationships/hyperlink" Target="https://nextjs.org/docs" TargetMode="External"/><Relationship Id="rId9" Type="http://schemas.openxmlformats.org/officeDocument/2006/relationships/hyperlink" Target="https://www.sanity.io/docs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COOP-II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Devs</a:t>
            </a:r>
            <a:r>
              <a:rPr lang="en-US" sz="48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phere</a:t>
            </a:r>
            <a:endParaRPr lang="en-US" sz="48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Bhagya Sharma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2210990210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Prof. Dr. Darpan Anand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rely on multiple fragmented platforms such as GitHub, blogging sites, and deployment services to showcase their work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unified system makes it difficult for recruiters and collaborators to evaluate a developer’s complete profile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and maintaining consistency across platforms leads to inefficiencies and reduced visibility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seamless integration exists between code repositories, technical content, and live application demonstrations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82C66-E110-AD4D-E3F4-38A538C98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10" y="137651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–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Devsphere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0E5B5-9319-92B3-7411-2D69B61CABD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16310" y="2760704"/>
            <a:ext cx="7462470" cy="914040"/>
          </a:xfrm>
        </p:spPr>
        <p:txBody>
          <a:bodyPr/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Devsphere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developer platform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integrates identity, content, and live project demonstrations Enables developers to showcase their complete professional presence within a single structured interface Combines authentication, blogging, project showcasing, and live previews into a unified ecosystem Simplifies evaluation, enhances discoverability, and improves overall developer visibility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07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61AED-C90F-9D76-E62E-61840CAFAF1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89934" y="3075399"/>
            <a:ext cx="7570839" cy="91404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 authentication using GitHub OAuth for verified developer identity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automatic extraction and display of developer profile data Provide a platform for creating and managing technical blog posts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structured showcasing of projects with repository integration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live deployment previews to demonstrate real-time application functionality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scalable and user-friendly system for centralized portfolio management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23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4774F-D4C0-A64A-0570-9F142EF78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867EE-2B46-F0CF-0B06-EDD135790B92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119651-BE49-47B4-0259-F4B966A50E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0369"/>
            <a:ext cx="5034116" cy="2847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B18768-1FCA-251E-F707-5E353D3923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00" y="914040"/>
            <a:ext cx="5034116" cy="2942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8052C0-3412-1351-3205-870B2610B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955" y="3593160"/>
            <a:ext cx="5327830" cy="301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27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70295-053A-350B-086C-585BE205F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en-IN" dirty="0"/>
              <a:t>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02A17-335A-CADE-33C8-989C7A42CBB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63792" y="1307690"/>
            <a:ext cx="7796981" cy="4935794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Devsphere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involves multiple stages: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up GitHub OAuth authentication using Auth.js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Fetching user profile and repository data via GitHub API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database schemas for users, blogs, and projects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server-side logic for data handling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reusable UI components for frontend display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live preview functionality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iframe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612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652E-970B-5FB6-5336-ACE7E917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89A89-2881-A8D6-A375-CA030647294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660FCF-8C61-F867-89F7-B3C0B2A0E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7730"/>
            <a:ext cx="9144000" cy="436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67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088081-6C53-E932-BADA-22588DC64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0784"/>
            <a:ext cx="9144000" cy="439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06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DC017-2D56-1077-CC92-9C62435A5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4CCC8-BCFB-EE03-F062-A701962DED7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94967" y="1170039"/>
            <a:ext cx="8209936" cy="553556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REST API Documentation –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https://docs.github.com/en/rest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 –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https://vercel.com/docs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 Official Documentation –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https://nextjs.org/docs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Official Documentation –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https://react.dev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Auth.js 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NextAuth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Documentation –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https://authjs.dev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Prisma ORM Documentation –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https://www.prisma.io/docs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 Documentation –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https://tailwindcss.com/docs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Sanity CMS Documentation –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https://www.sanity.io/docs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74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34859</TotalTime>
  <Words>397</Words>
  <Application>Microsoft Office PowerPoint</Application>
  <PresentationFormat>On-screen Show (4:3)</PresentationFormat>
  <Paragraphs>55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Proposed Solution – Devsphere </vt:lpstr>
      <vt:lpstr>Project Objectives</vt:lpstr>
      <vt:lpstr>System Architecture</vt:lpstr>
      <vt:lpstr>Technology Stack</vt:lpstr>
      <vt:lpstr>Result Screenshots</vt:lpstr>
      <vt:lpstr>PowerPoint Presentation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Bhagya Sharma</cp:lastModifiedBy>
  <cp:revision>2299</cp:revision>
  <dcterms:created xsi:type="dcterms:W3CDTF">2010-04-09T07:36:15Z</dcterms:created>
  <dcterms:modified xsi:type="dcterms:W3CDTF">2026-04-27T07:33:09Z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